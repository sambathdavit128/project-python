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17" autoAdjust="0"/>
    <p:restoredTop sz="95171"/>
  </p:normalViewPr>
  <p:slideViewPr>
    <p:cSldViewPr snapToGrid="0">
      <p:cViewPr varScale="1">
        <p:scale>
          <a:sx n="78" d="100"/>
          <a:sy n="78" d="100"/>
        </p:scale>
        <p:origin x="7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thou Sum" userId="e82b8bbcc68312a9" providerId="LiveId" clId="{C409F00C-BF2A-BB4B-830A-271B3E4CB5C7}"/>
    <pc:docChg chg="modSld">
      <pc:chgData name="Chanthou Sum" userId="e82b8bbcc68312a9" providerId="LiveId" clId="{C409F00C-BF2A-BB4B-830A-271B3E4CB5C7}" dt="2025-04-01T09:32:18.621" v="4" actId="20577"/>
      <pc:docMkLst>
        <pc:docMk/>
      </pc:docMkLst>
      <pc:sldChg chg="modSp mod">
        <pc:chgData name="Chanthou Sum" userId="e82b8bbcc68312a9" providerId="LiveId" clId="{C409F00C-BF2A-BB4B-830A-271B3E4CB5C7}" dt="2025-04-01T09:32:18.621" v="4" actId="20577"/>
        <pc:sldMkLst>
          <pc:docMk/>
          <pc:sldMk cId="3829997362" sldId="261"/>
        </pc:sldMkLst>
        <pc:spChg chg="mod">
          <ac:chgData name="Chanthou Sum" userId="e82b8bbcc68312a9" providerId="LiveId" clId="{C409F00C-BF2A-BB4B-830A-271B3E4CB5C7}" dt="2025-03-13T03:59:39.049" v="2" actId="20577"/>
          <ac:spMkLst>
            <pc:docMk/>
            <pc:sldMk cId="3829997362" sldId="261"/>
            <ac:spMk id="2" creationId="{90554218-5AE0-6968-66B9-3D2EEF89BF28}"/>
          </ac:spMkLst>
        </pc:spChg>
        <pc:spChg chg="mod">
          <ac:chgData name="Chanthou Sum" userId="e82b8bbcc68312a9" providerId="LiveId" clId="{C409F00C-BF2A-BB4B-830A-271B3E4CB5C7}" dt="2025-04-01T09:32:18.621" v="4" actId="20577"/>
          <ac:spMkLst>
            <pc:docMk/>
            <pc:sldMk cId="3829997362" sldId="261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7/13/2026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2199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  <a:tabLst>
                <a:tab pos="914400" algn="l"/>
              </a:tabLst>
            </a:pPr>
            <a:r>
              <a:rPr lang="en-US" sz="4500" dirty="0">
                <a:latin typeface="Apple-system"/>
              </a:rPr>
              <a:t>Lecturer	: Sum </a:t>
            </a:r>
            <a:r>
              <a:rPr lang="en-US" sz="4500" dirty="0" err="1">
                <a:latin typeface="Apple-system"/>
              </a:rPr>
              <a:t>Chanthou</a:t>
            </a:r>
            <a:endParaRPr lang="en-US" sz="4500" dirty="0">
              <a:latin typeface="Apple-system"/>
            </a:endParaRPr>
          </a:p>
          <a:p>
            <a:pPr marL="0" indent="0">
              <a:buNone/>
              <a:tabLst>
                <a:tab pos="860425" algn="l"/>
              </a:tabLst>
            </a:pPr>
            <a:r>
              <a:rPr lang="en-US" sz="4500" dirty="0">
                <a:latin typeface="Apple-system"/>
              </a:rPr>
              <a:t>Subject	 	: ADV Python Programming</a:t>
            </a:r>
          </a:p>
          <a:p>
            <a:pPr marL="0" indent="0">
              <a:buNone/>
            </a:pPr>
            <a:r>
              <a:rPr lang="en-US" sz="4500" dirty="0">
                <a:latin typeface="Apple-system"/>
              </a:rPr>
              <a:t>Topic		: </a:t>
            </a:r>
            <a:r>
              <a:rPr lang="en-US" sz="4400" dirty="0">
                <a:latin typeface="Apple-system"/>
              </a:rPr>
              <a:t> Shop &amp; Product</a:t>
            </a:r>
          </a:p>
          <a:p>
            <a:pPr marL="0" indent="0" algn="ctr">
              <a:buNone/>
            </a:pPr>
            <a:r>
              <a:rPr lang="en-US" sz="4500" dirty="0">
                <a:latin typeface="Apple-system"/>
              </a:rPr>
              <a:t>Group Members: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4500" dirty="0">
                <a:latin typeface="Apple-system"/>
              </a:rPr>
              <a:t>Sambath Davit(Team Lead)</a:t>
            </a:r>
          </a:p>
          <a:p>
            <a:pPr marL="914400" indent="-457200">
              <a:buFont typeface="+mj-lt"/>
              <a:buAutoNum type="arabicPeriod"/>
            </a:pPr>
            <a:r>
              <a:rPr lang="en-US" sz="4500" dirty="0" err="1">
                <a:latin typeface="Apple-system"/>
              </a:rPr>
              <a:t>Ngoeurnret</a:t>
            </a:r>
            <a:r>
              <a:rPr lang="en-US" sz="4500" dirty="0">
                <a:latin typeface="Apple-system"/>
              </a:rPr>
              <a:t> </a:t>
            </a:r>
            <a:r>
              <a:rPr lang="en-US" sz="4500" dirty="0" err="1">
                <a:latin typeface="Apple-system"/>
              </a:rPr>
              <a:t>rotanakvisal</a:t>
            </a:r>
            <a:endParaRPr lang="en-US" sz="4500" dirty="0">
              <a:latin typeface="Apple-system"/>
            </a:endParaRPr>
          </a:p>
          <a:p>
            <a:pPr marL="914400" indent="-457200">
              <a:buFont typeface="+mj-lt"/>
              <a:buAutoNum type="arabicPeriod"/>
            </a:pPr>
            <a:r>
              <a:rPr lang="en-US" sz="4500" dirty="0" err="1">
                <a:latin typeface="Apple-system"/>
              </a:rPr>
              <a:t>Sokunthy</a:t>
            </a:r>
            <a:r>
              <a:rPr lang="en-US" sz="4500" dirty="0">
                <a:latin typeface="Apple-system"/>
              </a:rPr>
              <a:t> </a:t>
            </a:r>
            <a:r>
              <a:rPr lang="en-US" sz="4500" dirty="0" err="1">
                <a:latin typeface="Apple-system"/>
              </a:rPr>
              <a:t>vathana</a:t>
            </a:r>
            <a:endParaRPr lang="en-US" sz="4500" dirty="0">
              <a:latin typeface="Apple-system"/>
            </a:endParaRPr>
          </a:p>
          <a:p>
            <a:pPr marL="914400" indent="-457200">
              <a:buFont typeface="+mj-lt"/>
              <a:buAutoNum type="arabicPeriod"/>
            </a:pPr>
            <a:r>
              <a:rPr lang="en-US" sz="4500" dirty="0" err="1">
                <a:latin typeface="Apple-system"/>
              </a:rPr>
              <a:t>Peakdey</a:t>
            </a:r>
            <a:r>
              <a:rPr lang="en-US" sz="4500" dirty="0">
                <a:latin typeface="Apple-system"/>
              </a:rPr>
              <a:t> </a:t>
            </a:r>
            <a:r>
              <a:rPr lang="en-US" sz="4500" dirty="0" err="1">
                <a:latin typeface="Apple-system"/>
              </a:rPr>
              <a:t>chanratana</a:t>
            </a:r>
            <a:endParaRPr lang="en-US" sz="4500" dirty="0">
              <a:latin typeface="Apple-system"/>
            </a:endParaRPr>
          </a:p>
          <a:p>
            <a:pPr marL="457200" indent="0">
              <a:buNone/>
            </a:pPr>
            <a:endParaRPr lang="en-US" sz="4500" dirty="0">
              <a:latin typeface="Apple-syste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3B8B4A-4EB9-4A07-90D3-CB0B92282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215" y="522131"/>
            <a:ext cx="4292327" cy="10492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554218-5AE0-6968-66B9-3D2EEF89BF28}"/>
              </a:ext>
            </a:extLst>
          </p:cNvPr>
          <p:cNvSpPr txBox="1"/>
          <p:nvPr/>
        </p:nvSpPr>
        <p:spPr>
          <a:xfrm>
            <a:off x="5792053" y="3944848"/>
            <a:ext cx="4948368" cy="1318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indent="-514350" defTabSz="914400">
              <a:spcBef>
                <a:spcPts val="1000"/>
              </a:spcBef>
              <a:buClr>
                <a:schemeClr val="accent1"/>
              </a:buClr>
              <a:buSzPct val="100000"/>
              <a:buFont typeface="+mj-lt"/>
              <a:buAutoNum type="arabicPeriod" startAt="5"/>
            </a:pPr>
            <a:r>
              <a:rPr lang="en-US" sz="2100" dirty="0">
                <a:latin typeface="Apple-system"/>
              </a:rPr>
              <a:t>Sun </a:t>
            </a:r>
            <a:r>
              <a:rPr lang="en-US" sz="2100" dirty="0" err="1">
                <a:latin typeface="Apple-system"/>
              </a:rPr>
              <a:t>chantraboth</a:t>
            </a:r>
            <a:endParaRPr lang="en-US" sz="2100" dirty="0">
              <a:latin typeface="Apple-system"/>
            </a:endParaRPr>
          </a:p>
          <a:p>
            <a:pPr marL="971550" indent="-514350" defTabSz="914400">
              <a:spcBef>
                <a:spcPts val="1000"/>
              </a:spcBef>
              <a:buClr>
                <a:schemeClr val="accent1"/>
              </a:buClr>
              <a:buSzPct val="100000"/>
              <a:buFont typeface="+mj-lt"/>
              <a:buAutoNum type="arabicPeriod" startAt="5"/>
            </a:pPr>
            <a:r>
              <a:rPr lang="en-US" sz="2100" dirty="0" err="1">
                <a:latin typeface="Apple-system"/>
              </a:rPr>
              <a:t>Rouem</a:t>
            </a:r>
            <a:r>
              <a:rPr lang="en-US" sz="2100" dirty="0">
                <a:latin typeface="Apple-system"/>
              </a:rPr>
              <a:t> </a:t>
            </a:r>
            <a:r>
              <a:rPr lang="en-US" sz="2100" dirty="0" err="1">
                <a:latin typeface="Apple-system"/>
              </a:rPr>
              <a:t>Bunnat</a:t>
            </a:r>
            <a:endParaRPr lang="en-US" sz="2100" dirty="0">
              <a:latin typeface="Apple-system"/>
            </a:endParaRPr>
          </a:p>
          <a:p>
            <a:pPr marL="971550" indent="-514350" defTabSz="914400">
              <a:spcBef>
                <a:spcPts val="1000"/>
              </a:spcBef>
              <a:buClr>
                <a:schemeClr val="accent1"/>
              </a:buClr>
              <a:buSzPct val="100000"/>
              <a:buFont typeface="+mj-lt"/>
              <a:buAutoNum type="arabicPeriod" startAt="5"/>
            </a:pPr>
            <a:r>
              <a:rPr lang="en-US" sz="2100" dirty="0">
                <a:latin typeface="Apple-system"/>
              </a:rPr>
              <a:t>Suy </a:t>
            </a:r>
            <a:r>
              <a:rPr lang="en-US" sz="2100" dirty="0" err="1">
                <a:latin typeface="Apple-system"/>
              </a:rPr>
              <a:t>Sovansatya</a:t>
            </a:r>
            <a:endParaRPr lang="en-US" sz="2100" dirty="0">
              <a:latin typeface="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82999736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164</TotalTime>
  <Words>41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Apple-system</vt:lpstr>
      <vt:lpstr>Arial</vt:lpstr>
      <vt:lpstr>Gill Sans MT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SUM CHANTHOU</dc:creator>
  <cp:lastModifiedBy>Sambath davit</cp:lastModifiedBy>
  <cp:revision>68</cp:revision>
  <dcterms:created xsi:type="dcterms:W3CDTF">2022-06-29T08:27:46Z</dcterms:created>
  <dcterms:modified xsi:type="dcterms:W3CDTF">2026-07-13T02:36:51Z</dcterms:modified>
</cp:coreProperties>
</file>